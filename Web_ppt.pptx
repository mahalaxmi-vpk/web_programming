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2"/>
  </p:notesMasterIdLst>
  <p:sldIdLst>
    <p:sldId id="256" r:id="rId2"/>
    <p:sldId id="374" r:id="rId3"/>
    <p:sldId id="372" r:id="rId4"/>
    <p:sldId id="375" r:id="rId5"/>
    <p:sldId id="376" r:id="rId6"/>
    <p:sldId id="377" r:id="rId7"/>
    <p:sldId id="378" r:id="rId8"/>
    <p:sldId id="379" r:id="rId9"/>
    <p:sldId id="380" r:id="rId10"/>
    <p:sldId id="37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1B687F-3B65-445A-B5F7-6E573E4C38BE}" v="65" dt="2026-10-21T06:12:27.9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laxmi VPK" userId="0d640101f873b0df" providerId="LiveId" clId="{045E2AF2-F014-49FD-82D1-90B7A3FA0E74}"/>
    <pc:docChg chg="undo custSel addSld delSld modSld">
      <pc:chgData name="Mahalaxmi VPK" userId="0d640101f873b0df" providerId="LiveId" clId="{045E2AF2-F014-49FD-82D1-90B7A3FA0E74}" dt="2026-10-21T06:12:27.964" v="797" actId="1076"/>
      <pc:docMkLst>
        <pc:docMk/>
      </pc:docMkLst>
      <pc:sldChg chg="modSp mod">
        <pc:chgData name="Mahalaxmi VPK" userId="0d640101f873b0df" providerId="LiveId" clId="{045E2AF2-F014-49FD-82D1-90B7A3FA0E74}" dt="2026-10-21T06:11:51.003" v="796" actId="20577"/>
        <pc:sldMkLst>
          <pc:docMk/>
          <pc:sldMk cId="4233139276" sldId="256"/>
        </pc:sldMkLst>
        <pc:spChg chg="mod">
          <ac:chgData name="Mahalaxmi VPK" userId="0d640101f873b0df" providerId="LiveId" clId="{045E2AF2-F014-49FD-82D1-90B7A3FA0E74}" dt="2026-10-21T06:11:51.003" v="796" actId="20577"/>
          <ac:spMkLst>
            <pc:docMk/>
            <pc:sldMk cId="4233139276" sldId="256"/>
            <ac:spMk id="9" creationId="{D41A2FBB-F55B-9BAA-4EBD-7D6AD7B1D9C0}"/>
          </ac:spMkLst>
        </pc:spChg>
        <pc:spChg chg="mod">
          <ac:chgData name="Mahalaxmi VPK" userId="0d640101f873b0df" providerId="LiveId" clId="{045E2AF2-F014-49FD-82D1-90B7A3FA0E74}" dt="2026-10-15T16:27:22.794" v="589" actId="20577"/>
          <ac:spMkLst>
            <pc:docMk/>
            <pc:sldMk cId="4233139276" sldId="256"/>
            <ac:spMk id="11" creationId="{19A39F01-D00C-AF01-020F-6FE15F5B4206}"/>
          </ac:spMkLst>
        </pc:spChg>
      </pc:sldChg>
      <pc:sldChg chg="addSp delSp modSp mod">
        <pc:chgData name="Mahalaxmi VPK" userId="0d640101f873b0df" providerId="LiveId" clId="{045E2AF2-F014-49FD-82D1-90B7A3FA0E74}" dt="2026-10-15T14:24:13.087" v="279" actId="1076"/>
        <pc:sldMkLst>
          <pc:docMk/>
          <pc:sldMk cId="3617216387" sldId="372"/>
        </pc:sldMkLst>
        <pc:spChg chg="mod">
          <ac:chgData name="Mahalaxmi VPK" userId="0d640101f873b0df" providerId="LiveId" clId="{045E2AF2-F014-49FD-82D1-90B7A3FA0E74}" dt="2026-10-15T14:24:13.087" v="279" actId="1076"/>
          <ac:spMkLst>
            <pc:docMk/>
            <pc:sldMk cId="3617216387" sldId="372"/>
            <ac:spMk id="3" creationId="{FB7F5649-1329-E9A0-92EE-5156008061E1}"/>
          </ac:spMkLst>
        </pc:spChg>
      </pc:sldChg>
      <pc:sldChg chg="modSp mod">
        <pc:chgData name="Mahalaxmi VPK" userId="0d640101f873b0df" providerId="LiveId" clId="{045E2AF2-F014-49FD-82D1-90B7A3FA0E74}" dt="2026-10-15T16:27:40.077" v="600" actId="20577"/>
        <pc:sldMkLst>
          <pc:docMk/>
          <pc:sldMk cId="2051030746" sldId="373"/>
        </pc:sldMkLst>
        <pc:spChg chg="mod">
          <ac:chgData name="Mahalaxmi VPK" userId="0d640101f873b0df" providerId="LiveId" clId="{045E2AF2-F014-49FD-82D1-90B7A3FA0E74}" dt="2026-10-15T16:27:40.077" v="600" actId="20577"/>
          <ac:spMkLst>
            <pc:docMk/>
            <pc:sldMk cId="2051030746" sldId="373"/>
            <ac:spMk id="2" creationId="{5E6C0CA3-23DD-EDD9-49C4-2C279BCB2375}"/>
          </ac:spMkLst>
        </pc:spChg>
        <pc:spChg chg="mod">
          <ac:chgData name="Mahalaxmi VPK" userId="0d640101f873b0df" providerId="LiveId" clId="{045E2AF2-F014-49FD-82D1-90B7A3FA0E74}" dt="2026-10-15T14:28:24.616" v="376" actId="20577"/>
          <ac:spMkLst>
            <pc:docMk/>
            <pc:sldMk cId="2051030746" sldId="373"/>
            <ac:spMk id="3" creationId="{8ED7CCD7-6301-746C-76DD-6268EF867F44}"/>
          </ac:spMkLst>
        </pc:spChg>
      </pc:sldChg>
      <pc:sldChg chg="addSp delSp modSp mod">
        <pc:chgData name="Mahalaxmi VPK" userId="0d640101f873b0df" providerId="LiveId" clId="{045E2AF2-F014-49FD-82D1-90B7A3FA0E74}" dt="2026-10-15T14:18:26.821" v="141" actId="20577"/>
        <pc:sldMkLst>
          <pc:docMk/>
          <pc:sldMk cId="4252642903" sldId="374"/>
        </pc:sldMkLst>
        <pc:spChg chg="add mod">
          <ac:chgData name="Mahalaxmi VPK" userId="0d640101f873b0df" providerId="LiveId" clId="{045E2AF2-F014-49FD-82D1-90B7A3FA0E74}" dt="2026-10-15T14:18:26.821" v="141" actId="20577"/>
          <ac:spMkLst>
            <pc:docMk/>
            <pc:sldMk cId="4252642903" sldId="374"/>
            <ac:spMk id="5" creationId="{A95BD434-3C97-90A0-26D9-58AABB210BA6}"/>
          </ac:spMkLst>
        </pc:spChg>
      </pc:sldChg>
      <pc:sldChg chg="addSp delSp modSp new mod">
        <pc:chgData name="Mahalaxmi VPK" userId="0d640101f873b0df" providerId="LiveId" clId="{045E2AF2-F014-49FD-82D1-90B7A3FA0E74}" dt="2026-10-15T16:26:05.506" v="499" actId="1076"/>
        <pc:sldMkLst>
          <pc:docMk/>
          <pc:sldMk cId="2626932626" sldId="375"/>
        </pc:sldMkLst>
        <pc:spChg chg="mod">
          <ac:chgData name="Mahalaxmi VPK" userId="0d640101f873b0df" providerId="LiveId" clId="{045E2AF2-F014-49FD-82D1-90B7A3FA0E74}" dt="2026-10-15T13:50:13.536" v="16" actId="20577"/>
          <ac:spMkLst>
            <pc:docMk/>
            <pc:sldMk cId="2626932626" sldId="375"/>
            <ac:spMk id="2" creationId="{7EA7A663-7168-DC34-8A50-C246C0C0C4FF}"/>
          </ac:spMkLst>
        </pc:spChg>
        <pc:spChg chg="add mod">
          <ac:chgData name="Mahalaxmi VPK" userId="0d640101f873b0df" providerId="LiveId" clId="{045E2AF2-F014-49FD-82D1-90B7A3FA0E74}" dt="2026-10-15T16:25:59.636" v="498" actId="20577"/>
          <ac:spMkLst>
            <pc:docMk/>
            <pc:sldMk cId="2626932626" sldId="375"/>
            <ac:spMk id="16" creationId="{3097F7FA-1CA4-2289-C8FE-8F613B3953A1}"/>
          </ac:spMkLst>
        </pc:spChg>
        <pc:picChg chg="add mod">
          <ac:chgData name="Mahalaxmi VPK" userId="0d640101f873b0df" providerId="LiveId" clId="{045E2AF2-F014-49FD-82D1-90B7A3FA0E74}" dt="2026-10-15T16:26:05.506" v="499" actId="1076"/>
          <ac:picMkLst>
            <pc:docMk/>
            <pc:sldMk cId="2626932626" sldId="375"/>
            <ac:picMk id="13" creationId="{52C49EC2-B257-41EE-3F1A-07F0187C7C92}"/>
          </ac:picMkLst>
        </pc:picChg>
      </pc:sldChg>
      <pc:sldChg chg="addSp delSp modSp new mod">
        <pc:chgData name="Mahalaxmi VPK" userId="0d640101f873b0df" providerId="LiveId" clId="{045E2AF2-F014-49FD-82D1-90B7A3FA0E74}" dt="2026-10-15T16:26:22.776" v="505" actId="1076"/>
        <pc:sldMkLst>
          <pc:docMk/>
          <pc:sldMk cId="16868320" sldId="376"/>
        </pc:sldMkLst>
        <pc:spChg chg="mod">
          <ac:chgData name="Mahalaxmi VPK" userId="0d640101f873b0df" providerId="LiveId" clId="{045E2AF2-F014-49FD-82D1-90B7A3FA0E74}" dt="2026-10-15T16:21:21.362" v="461" actId="20577"/>
          <ac:spMkLst>
            <pc:docMk/>
            <pc:sldMk cId="16868320" sldId="376"/>
            <ac:spMk id="2" creationId="{A704D83D-CB8C-5853-4A09-73BE42F78314}"/>
          </ac:spMkLst>
        </pc:spChg>
        <pc:picChg chg="add mod ord">
          <ac:chgData name="Mahalaxmi VPK" userId="0d640101f873b0df" providerId="LiveId" clId="{045E2AF2-F014-49FD-82D1-90B7A3FA0E74}" dt="2026-10-15T16:26:20.543" v="504" actId="1076"/>
          <ac:picMkLst>
            <pc:docMk/>
            <pc:sldMk cId="16868320" sldId="376"/>
            <ac:picMk id="8" creationId="{AC7FED55-F0CD-28B3-72D8-255AE5430784}"/>
          </ac:picMkLst>
        </pc:picChg>
        <pc:picChg chg="add mod">
          <ac:chgData name="Mahalaxmi VPK" userId="0d640101f873b0df" providerId="LiveId" clId="{045E2AF2-F014-49FD-82D1-90B7A3FA0E74}" dt="2026-10-15T16:26:22.776" v="505" actId="1076"/>
          <ac:picMkLst>
            <pc:docMk/>
            <pc:sldMk cId="16868320" sldId="376"/>
            <ac:picMk id="9" creationId="{7C805AAE-7792-745C-4795-878BDE308199}"/>
          </ac:picMkLst>
        </pc:picChg>
      </pc:sldChg>
      <pc:sldChg chg="addSp delSp modSp new mod">
        <pc:chgData name="Mahalaxmi VPK" userId="0d640101f873b0df" providerId="LiveId" clId="{045E2AF2-F014-49FD-82D1-90B7A3FA0E74}" dt="2026-10-21T06:12:27.964" v="797" actId="1076"/>
        <pc:sldMkLst>
          <pc:docMk/>
          <pc:sldMk cId="1898393239" sldId="377"/>
        </pc:sldMkLst>
        <pc:spChg chg="mod">
          <ac:chgData name="Mahalaxmi VPK" userId="0d640101f873b0df" providerId="LiveId" clId="{045E2AF2-F014-49FD-82D1-90B7A3FA0E74}" dt="2026-10-21T06:00:00.828" v="628" actId="20577"/>
          <ac:spMkLst>
            <pc:docMk/>
            <pc:sldMk cId="1898393239" sldId="377"/>
            <ac:spMk id="2" creationId="{12474254-1B60-7BC0-3219-56DD4206D7C1}"/>
          </ac:spMkLst>
        </pc:spChg>
        <pc:spChg chg="del">
          <ac:chgData name="Mahalaxmi VPK" userId="0d640101f873b0df" providerId="LiveId" clId="{045E2AF2-F014-49FD-82D1-90B7A3FA0E74}" dt="2026-10-21T06:05:27.597" v="629" actId="22"/>
          <ac:spMkLst>
            <pc:docMk/>
            <pc:sldMk cId="1898393239" sldId="377"/>
            <ac:spMk id="3" creationId="{BD4E03F4-5DDA-4A9F-85AF-23D79C720B34}"/>
          </ac:spMkLst>
        </pc:spChg>
        <pc:picChg chg="add mod ord">
          <ac:chgData name="Mahalaxmi VPK" userId="0d640101f873b0df" providerId="LiveId" clId="{045E2AF2-F014-49FD-82D1-90B7A3FA0E74}" dt="2026-10-21T06:12:27.964" v="797" actId="1076"/>
          <ac:picMkLst>
            <pc:docMk/>
            <pc:sldMk cId="1898393239" sldId="377"/>
            <ac:picMk id="8" creationId="{6BA3EF22-8AED-6BF3-52E8-47E655AB4219}"/>
          </ac:picMkLst>
        </pc:picChg>
        <pc:picChg chg="add mod">
          <ac:chgData name="Mahalaxmi VPK" userId="0d640101f873b0df" providerId="LiveId" clId="{045E2AF2-F014-49FD-82D1-90B7A3FA0E74}" dt="2026-10-21T06:07:20.639" v="636" actId="14100"/>
          <ac:picMkLst>
            <pc:docMk/>
            <pc:sldMk cId="1898393239" sldId="377"/>
            <ac:picMk id="10" creationId="{58AFF939-221B-4A67-08E6-83A729232088}"/>
          </ac:picMkLst>
        </pc:picChg>
      </pc:sldChg>
      <pc:sldChg chg="addSp delSp modSp new mod">
        <pc:chgData name="Mahalaxmi VPK" userId="0d640101f873b0df" providerId="LiveId" clId="{045E2AF2-F014-49FD-82D1-90B7A3FA0E74}" dt="2026-10-21T06:09:19.211" v="672" actId="1076"/>
        <pc:sldMkLst>
          <pc:docMk/>
          <pc:sldMk cId="1682397194" sldId="378"/>
        </pc:sldMkLst>
        <pc:spChg chg="mod">
          <ac:chgData name="Mahalaxmi VPK" userId="0d640101f873b0df" providerId="LiveId" clId="{045E2AF2-F014-49FD-82D1-90B7A3FA0E74}" dt="2026-10-21T06:07:38.942" v="662" actId="20577"/>
          <ac:spMkLst>
            <pc:docMk/>
            <pc:sldMk cId="1682397194" sldId="378"/>
            <ac:spMk id="2" creationId="{411E2174-C987-DBEB-E2AA-DFF21DFAC05F}"/>
          </ac:spMkLst>
        </pc:spChg>
        <pc:spChg chg="del">
          <ac:chgData name="Mahalaxmi VPK" userId="0d640101f873b0df" providerId="LiveId" clId="{045E2AF2-F014-49FD-82D1-90B7A3FA0E74}" dt="2026-10-21T06:08:01.971" v="663" actId="22"/>
          <ac:spMkLst>
            <pc:docMk/>
            <pc:sldMk cId="1682397194" sldId="378"/>
            <ac:spMk id="3" creationId="{168E27C4-CD8C-264E-3295-0C3E61A780EF}"/>
          </ac:spMkLst>
        </pc:spChg>
        <pc:picChg chg="add mod ord">
          <ac:chgData name="Mahalaxmi VPK" userId="0d640101f873b0df" providerId="LiveId" clId="{045E2AF2-F014-49FD-82D1-90B7A3FA0E74}" dt="2026-10-21T06:08:05.190" v="665" actId="1076"/>
          <ac:picMkLst>
            <pc:docMk/>
            <pc:sldMk cId="1682397194" sldId="378"/>
            <ac:picMk id="8" creationId="{A061F5A6-575B-D3B9-A84D-FAC1F53B4226}"/>
          </ac:picMkLst>
        </pc:picChg>
        <pc:picChg chg="add mod">
          <ac:chgData name="Mahalaxmi VPK" userId="0d640101f873b0df" providerId="LiveId" clId="{045E2AF2-F014-49FD-82D1-90B7A3FA0E74}" dt="2026-10-21T06:08:58.040" v="670" actId="1076"/>
          <ac:picMkLst>
            <pc:docMk/>
            <pc:sldMk cId="1682397194" sldId="378"/>
            <ac:picMk id="10" creationId="{C61E42A3-71B8-7FAB-9B30-D518A93A70DC}"/>
          </ac:picMkLst>
        </pc:picChg>
        <pc:picChg chg="add mod">
          <ac:chgData name="Mahalaxmi VPK" userId="0d640101f873b0df" providerId="LiveId" clId="{045E2AF2-F014-49FD-82D1-90B7A3FA0E74}" dt="2026-10-21T06:09:19.211" v="672" actId="1076"/>
          <ac:picMkLst>
            <pc:docMk/>
            <pc:sldMk cId="1682397194" sldId="378"/>
            <ac:picMk id="12" creationId="{93F55129-2AB3-119C-6810-A1B1977ADBA2}"/>
          </ac:picMkLst>
        </pc:picChg>
      </pc:sldChg>
      <pc:sldChg chg="new del">
        <pc:chgData name="Mahalaxmi VPK" userId="0d640101f873b0df" providerId="LiveId" clId="{045E2AF2-F014-49FD-82D1-90B7A3FA0E74}" dt="2026-10-21T06:07:28.701" v="638" actId="47"/>
        <pc:sldMkLst>
          <pc:docMk/>
          <pc:sldMk cId="3061523154" sldId="378"/>
        </pc:sldMkLst>
      </pc:sldChg>
      <pc:sldChg chg="addSp modSp new mod">
        <pc:chgData name="Mahalaxmi VPK" userId="0d640101f873b0df" providerId="LiveId" clId="{045E2AF2-F014-49FD-82D1-90B7A3FA0E74}" dt="2026-10-21T06:10:16.436" v="714" actId="1076"/>
        <pc:sldMkLst>
          <pc:docMk/>
          <pc:sldMk cId="3173814480" sldId="379"/>
        </pc:sldMkLst>
        <pc:spChg chg="mod">
          <ac:chgData name="Mahalaxmi VPK" userId="0d640101f873b0df" providerId="LiveId" clId="{045E2AF2-F014-49FD-82D1-90B7A3FA0E74}" dt="2026-10-21T06:09:34.503" v="693" actId="20577"/>
          <ac:spMkLst>
            <pc:docMk/>
            <pc:sldMk cId="3173814480" sldId="379"/>
            <ac:spMk id="2" creationId="{ADCCC329-1D94-42E3-07A0-F5F6734C974D}"/>
          </ac:spMkLst>
        </pc:spChg>
        <pc:spChg chg="mod">
          <ac:chgData name="Mahalaxmi VPK" userId="0d640101f873b0df" providerId="LiveId" clId="{045E2AF2-F014-49FD-82D1-90B7A3FA0E74}" dt="2026-10-21T06:09:42.023" v="711" actId="5793"/>
          <ac:spMkLst>
            <pc:docMk/>
            <pc:sldMk cId="3173814480" sldId="379"/>
            <ac:spMk id="3" creationId="{719329E0-1CFF-7522-824B-546948090CB2}"/>
          </ac:spMkLst>
        </pc:spChg>
        <pc:picChg chg="add mod">
          <ac:chgData name="Mahalaxmi VPK" userId="0d640101f873b0df" providerId="LiveId" clId="{045E2AF2-F014-49FD-82D1-90B7A3FA0E74}" dt="2026-10-21T06:10:16.436" v="714" actId="1076"/>
          <ac:picMkLst>
            <pc:docMk/>
            <pc:sldMk cId="3173814480" sldId="379"/>
            <ac:picMk id="8" creationId="{9838FFC5-6F31-4004-42BD-D064D3C38C83}"/>
          </ac:picMkLst>
        </pc:picChg>
      </pc:sldChg>
      <pc:sldChg chg="addSp delSp modSp new mod">
        <pc:chgData name="Mahalaxmi VPK" userId="0d640101f873b0df" providerId="LiveId" clId="{045E2AF2-F014-49FD-82D1-90B7A3FA0E74}" dt="2026-10-21T06:11:12.843" v="736" actId="1076"/>
        <pc:sldMkLst>
          <pc:docMk/>
          <pc:sldMk cId="1733903874" sldId="380"/>
        </pc:sldMkLst>
        <pc:spChg chg="mod">
          <ac:chgData name="Mahalaxmi VPK" userId="0d640101f873b0df" providerId="LiveId" clId="{045E2AF2-F014-49FD-82D1-90B7A3FA0E74}" dt="2026-10-21T06:10:53.947" v="734" actId="20577"/>
          <ac:spMkLst>
            <pc:docMk/>
            <pc:sldMk cId="1733903874" sldId="380"/>
            <ac:spMk id="2" creationId="{80343F55-C75C-C3B2-FB40-84DC5B0A655D}"/>
          </ac:spMkLst>
        </pc:spChg>
        <pc:spChg chg="del">
          <ac:chgData name="Mahalaxmi VPK" userId="0d640101f873b0df" providerId="LiveId" clId="{045E2AF2-F014-49FD-82D1-90B7A3FA0E74}" dt="2026-10-21T06:11:01.332" v="735" actId="22"/>
          <ac:spMkLst>
            <pc:docMk/>
            <pc:sldMk cId="1733903874" sldId="380"/>
            <ac:spMk id="3" creationId="{20286EF2-3831-7F5E-98D9-7C6358DB1E80}"/>
          </ac:spMkLst>
        </pc:spChg>
        <pc:picChg chg="add mod ord">
          <ac:chgData name="Mahalaxmi VPK" userId="0d640101f873b0df" providerId="LiveId" clId="{045E2AF2-F014-49FD-82D1-90B7A3FA0E74}" dt="2026-10-21T06:11:12.843" v="736" actId="1076"/>
          <ac:picMkLst>
            <pc:docMk/>
            <pc:sldMk cId="1733903874" sldId="380"/>
            <ac:picMk id="8" creationId="{6506AA69-511E-7DDE-EEAC-81531DF5074C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21-10-2026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840362" y="3057378"/>
            <a:ext cx="11037605" cy="14493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WEB PROGRAMMING</a:t>
            </a: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2026-2027</a:t>
            </a:r>
          </a:p>
          <a:p>
            <a:pPr algn="l">
              <a:lnSpc>
                <a:spcPct val="150000"/>
              </a:lnSpc>
            </a:pP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Name: </a:t>
            </a:r>
            <a:r>
              <a:rPr lang="en-US" sz="2000" b="1" dirty="0" err="1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HomeBite</a:t>
            </a:r>
            <a:r>
              <a:rPr lang="en-US" sz="20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(Food Ordering and Operations)</a:t>
            </a:r>
          </a:p>
          <a:p>
            <a:pPr algn="l">
              <a:lnSpc>
                <a:spcPct val="150000"/>
              </a:lnSpc>
            </a:pPr>
            <a:endParaRPr lang="en-US" sz="20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8328" y="5228206"/>
            <a:ext cx="4479639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Mahalaxmi VPK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241901052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08891" y="1213137"/>
            <a:ext cx="10515600" cy="1060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 and Engineering </a:t>
            </a:r>
          </a:p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(Cyber Security)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2ABC60-AF57-3F89-6270-EF5EDC1DC0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39" y="194915"/>
            <a:ext cx="2689499" cy="86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721B2E-B8C7-05B9-5F04-C112E1E3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ED4AC-7B43-3850-D243-BCD132E2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OBJECTIVE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95BD434-3C97-90A0-26D9-58AABB210B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800" dirty="0"/>
              <a:t>Problem Statement:</a:t>
            </a:r>
          </a:p>
          <a:p>
            <a:pPr>
              <a:spcAft>
                <a:spcPts val="1200"/>
              </a:spcAft>
              <a:defRPr sz="1400">
                <a:solidFill>
                  <a:srgbClr val="282F28"/>
                </a:solidFill>
                <a:latin typeface="Aptos"/>
              </a:defRPr>
            </a:pPr>
            <a:r>
              <a:rPr lang="en-US" dirty="0"/>
              <a:t> Homemade food sellers may manage menus and orders manually through calls or messages.</a:t>
            </a:r>
          </a:p>
          <a:p>
            <a:pPr>
              <a:spcAft>
                <a:spcPts val="1200"/>
              </a:spcAft>
              <a:defRPr sz="1400">
                <a:solidFill>
                  <a:srgbClr val="282F28"/>
                </a:solidFill>
                <a:latin typeface="Aptos"/>
              </a:defRPr>
            </a:pPr>
            <a:r>
              <a:rPr lang="en-US" dirty="0"/>
              <a:t> Manual tracking can lead to missed orders, quantity mistakes, and difficulty updating availability.</a:t>
            </a:r>
          </a:p>
          <a:p>
            <a:pPr>
              <a:spcAft>
                <a:spcPts val="1200"/>
              </a:spcAft>
              <a:defRPr sz="1400">
                <a:solidFill>
                  <a:srgbClr val="282F28"/>
                </a:solidFill>
                <a:latin typeface="Aptos"/>
              </a:defRPr>
            </a:pPr>
            <a:r>
              <a:rPr lang="en-US" dirty="0"/>
              <a:t> Customers need a simple way to browse dishes, choose quantities, and submit delivery or pickup details.</a:t>
            </a:r>
          </a:p>
          <a:p>
            <a:pPr marL="0" indent="0">
              <a:buNone/>
            </a:pPr>
            <a:r>
              <a:rPr lang="en-IN" dirty="0"/>
              <a:t>Objectives:</a:t>
            </a:r>
          </a:p>
          <a:p>
            <a:pPr>
              <a:spcAft>
                <a:spcPts val="1200"/>
              </a:spcAft>
              <a:defRPr sz="1400">
                <a:solidFill>
                  <a:srgbClr val="282F28"/>
                </a:solidFill>
                <a:latin typeface="Aptos"/>
              </a:defRPr>
            </a:pPr>
            <a:r>
              <a:rPr lang="en-US" dirty="0"/>
              <a:t> Display available dishes with descriptions, categories, prices, and images.</a:t>
            </a:r>
          </a:p>
          <a:p>
            <a:pPr>
              <a:spcAft>
                <a:spcPts val="1200"/>
              </a:spcAft>
              <a:defRPr sz="1400">
                <a:solidFill>
                  <a:srgbClr val="282F28"/>
                </a:solidFill>
                <a:latin typeface="Aptos"/>
              </a:defRPr>
            </a:pPr>
            <a:r>
              <a:rPr lang="en-US" dirty="0"/>
              <a:t> Allow customers to search/filter dishes, manage a cart, and place orders.</a:t>
            </a:r>
          </a:p>
          <a:p>
            <a:pPr>
              <a:spcAft>
                <a:spcPts val="1200"/>
              </a:spcAft>
              <a:defRPr sz="1400">
                <a:solidFill>
                  <a:srgbClr val="282F28"/>
                </a:solidFill>
                <a:latin typeface="Aptos"/>
              </a:defRPr>
            </a:pPr>
            <a:r>
              <a:rPr lang="en-US" dirty="0"/>
              <a:t> Store orders and menu data in a MySQL database.</a:t>
            </a:r>
          </a:p>
          <a:p>
            <a:pPr>
              <a:spcAft>
                <a:spcPts val="1200"/>
              </a:spcAft>
              <a:defRPr sz="1400">
                <a:solidFill>
                  <a:srgbClr val="282F28"/>
                </a:solidFill>
                <a:latin typeface="Aptos"/>
              </a:defRPr>
            </a:pPr>
            <a:r>
              <a:rPr lang="en-US" dirty="0"/>
              <a:t>Provide an admin interface to manage menu items and update order status.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2642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TOOLS, TECHNOLOGIES AND IMPLEMENTATION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F5649-1329-E9A0-92EE-515600806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233" y="1654009"/>
            <a:ext cx="10668000" cy="4912058"/>
          </a:xfrm>
        </p:spPr>
        <p:txBody>
          <a:bodyPr/>
          <a:lstStyle/>
          <a:p>
            <a:pPr>
              <a:buClr>
                <a:srgbClr val="CC0000"/>
              </a:buClr>
              <a:defRPr/>
            </a:pPr>
            <a: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React - </a:t>
            </a:r>
            <a:r>
              <a:rPr lang="en-US" sz="2400" dirty="0">
                <a:solidFill>
                  <a:srgbClr val="282F28"/>
                </a:solidFill>
                <a:latin typeface="Aptos"/>
              </a:rPr>
              <a:t>Builds reusable UI components such as food cards, cart, checkout, and admin views.</a:t>
            </a: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C0000"/>
              </a:buClr>
              <a:defRPr/>
            </a:pPr>
            <a:r>
              <a:rPr lang="en-I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JavaScript-</a:t>
            </a:r>
            <a:r>
              <a:rPr lang="en-US" sz="2400" dirty="0">
                <a:solidFill>
                  <a:srgbClr val="282F28"/>
                </a:solidFill>
                <a:latin typeface="Aptos"/>
              </a:rPr>
              <a:t>Handles state, filtering, quantity updates, form submission, and API calls.</a:t>
            </a:r>
            <a:endParaRPr lang="en-I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C0000"/>
              </a:buClr>
              <a:defRPr/>
            </a:pPr>
            <a: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Bootstrap + CSS-</a:t>
            </a:r>
            <a:r>
              <a:rPr lang="en-US" sz="2400" dirty="0">
                <a:solidFill>
                  <a:srgbClr val="282F28"/>
                </a:solidFill>
                <a:latin typeface="Aptos"/>
              </a:rPr>
              <a:t>Responsive layout, styling, icons, and interface components.</a:t>
            </a: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C0000"/>
              </a:buClr>
              <a:defRPr/>
            </a:pPr>
            <a:r>
              <a:rPr lang="en-I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PHP Rest-style API - </a:t>
            </a:r>
            <a:r>
              <a:rPr lang="en-US" sz="2400" dirty="0">
                <a:solidFill>
                  <a:srgbClr val="282F28"/>
                </a:solidFill>
                <a:latin typeface="Aptos"/>
              </a:rPr>
              <a:t>Receives HTTP requests, validates data, and exposes menu/order operations.</a:t>
            </a:r>
            <a:endParaRPr lang="en-IN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C0000"/>
              </a:buClr>
              <a:defRPr/>
            </a:pPr>
            <a: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MySQL + PDO - </a:t>
            </a:r>
            <a:r>
              <a:rPr lang="en-US" sz="2400" dirty="0">
                <a:solidFill>
                  <a:srgbClr val="282F28"/>
                </a:solidFill>
                <a:latin typeface="Aptos"/>
              </a:rPr>
              <a:t>Persists menu items, orders, and order items; prepared statements handle queries.</a:t>
            </a: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C0000"/>
              </a:buClr>
              <a:defRPr/>
            </a:pPr>
            <a:r>
              <a:rPr lang="en-I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XAMPP + Node.js + Vite - </a:t>
            </a:r>
            <a:r>
              <a:rPr lang="en-US" sz="2400" dirty="0">
                <a:solidFill>
                  <a:srgbClr val="282F28"/>
                </a:solidFill>
                <a:latin typeface="Aptos"/>
              </a:rPr>
              <a:t>XAMPP runs Apache/MySQL/PHP locally; Node/</a:t>
            </a:r>
            <a:r>
              <a:rPr lang="en-US" sz="2400" dirty="0" err="1">
                <a:solidFill>
                  <a:srgbClr val="282F28"/>
                </a:solidFill>
                <a:latin typeface="Aptos"/>
              </a:rPr>
              <a:t>npm</a:t>
            </a:r>
            <a:r>
              <a:rPr lang="en-US" sz="2400" dirty="0">
                <a:solidFill>
                  <a:srgbClr val="282F28"/>
                </a:solidFill>
                <a:latin typeface="Aptos"/>
              </a:rPr>
              <a:t> and Vite run the React dev server</a:t>
            </a:r>
            <a:br>
              <a:rPr kumimoji="0" lang="en-IN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IN" altLang="en-US" sz="2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216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7A663-7168-DC34-8A50-C246C0C0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CCAEC-73F0-85FA-DCA1-B190A957E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2C49EC2-B257-41EE-3F1A-07F0187C7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5250" y="1973414"/>
            <a:ext cx="5883150" cy="3825572"/>
          </a:xfrm>
          <a:prstGeom prst="rect">
            <a:avLst/>
          </a:prstGeom>
        </p:spPr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097F7FA-1CA4-2289-C8FE-8F613B395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Code Snippets:</a:t>
            </a:r>
          </a:p>
        </p:txBody>
      </p:sp>
    </p:spTree>
    <p:extLst>
      <p:ext uri="{BB962C8B-B14F-4D97-AF65-F5344CB8AC3E}">
        <p14:creationId xmlns:p14="http://schemas.microsoft.com/office/powerpoint/2010/main" val="2626932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4D83D-CB8C-5853-4A09-73BE42F783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C7FED55-F0CD-28B3-72D8-255AE54307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301306" y="1895026"/>
            <a:ext cx="8024555" cy="1623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83DF6-7FF8-6FE9-F3B7-395B545A2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CS19811-Phase-II-Final Viva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5B6A3C-F808-D6D0-6678-0A8C8CD23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3048C-6DE0-EAAC-8F4F-416B8FB7D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9" name="Content Placeholder 10">
            <a:extLst>
              <a:ext uri="{FF2B5EF4-FFF2-40B4-BE49-F238E27FC236}">
                <a16:creationId xmlns:a16="http://schemas.microsoft.com/office/drawing/2014/main" id="{7C805AAE-7792-745C-4795-878BDE308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301306" y="3892427"/>
            <a:ext cx="8111657" cy="6096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868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74254-1B60-7BC0-3219-56DD4206D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Screenshots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BA3EF22-8AED-6BF3-52E8-47E655AB4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812801" y="1746251"/>
            <a:ext cx="5283199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5103B-2371-C636-192E-53B4B023D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CS19811-Phase-II-Final Viva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7C2BA-3106-45F5-96DF-DE57D0BC6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6D69D-8944-99D0-87B9-CACF98694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8AFF939-221B-4A67-08E6-83A7292320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1094" y="1746251"/>
            <a:ext cx="5658453" cy="3979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393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E2174-C987-DBEB-E2AA-DFF21DFAC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Screenshots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061F5A6-575B-D3B9-A84D-FAC1F53B42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09069" y="1749425"/>
            <a:ext cx="2745331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59617-C33B-7847-272E-6BF16F1EA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CS19811-Phase-II-Final Viva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EBD28-2A28-10A0-663E-698612D10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C9862-7CEB-9E7D-C651-D547BDE23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1E42A3-71B8-7FAB-9B30-D518A93A7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110" y="1749425"/>
            <a:ext cx="3810330" cy="426720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3F55129-2AB3-119C-6810-A1B1977AD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6765" y="2092170"/>
            <a:ext cx="3787468" cy="358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397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CC329-1D94-42E3-07A0-F5F6734C9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Screenshots: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9329E0-1CFF-7522-824B-546948090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Admin Dashboard: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A385E-E776-9A36-3818-484A258ED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CS19811-Phase-II-Final Viva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33051-2681-C4D5-97F5-2435111D7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6379CF-A395-0CD6-A519-2EE8E6D6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38FFC5-6F31-4004-42BD-D064D3C38C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1" y="2257973"/>
            <a:ext cx="11240474" cy="3761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814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3F55-C75C-C3B2-FB40-84DC5B0A6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Screenshots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506AA69-511E-7DDE-EEAC-81531DF507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026970" y="1749425"/>
            <a:ext cx="9789458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43BC30-A747-D76E-2AD3-7749C4D32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CS19811-Phase-II-Final Viva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C1C51-7B5C-5E86-1FF2-06336B83A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3161A-8779-A1CD-5992-0D3657C38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C2143B-610F-499C-A392-DFFBE135A7B2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3903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09753-C4D8-9F9F-5F3B-413B1F1F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0CA3-23DD-EDD9-49C4-2C279BCB2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7CCD7-6301-746C-76DD-6268EF867F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400">
                <a:solidFill>
                  <a:srgbClr val="282F28"/>
                </a:solidFill>
                <a:latin typeface="Aptos"/>
              </a:defRPr>
            </a:pPr>
            <a:r>
              <a:rPr lang="en-US" sz="2400" dirty="0"/>
              <a:t>Browse menu items with category filtering and text search.</a:t>
            </a:r>
          </a:p>
          <a:p>
            <a:pPr>
              <a:spcAft>
                <a:spcPts val="1200"/>
              </a:spcAft>
              <a:defRPr sz="1400">
                <a:solidFill>
                  <a:srgbClr val="282F28"/>
                </a:solidFill>
                <a:latin typeface="Aptos"/>
              </a:defRPr>
            </a:pPr>
            <a:r>
              <a:rPr lang="en-US" sz="2400" dirty="0"/>
              <a:t>Add items to cart, change quantities, remove items, and calculate totals.</a:t>
            </a:r>
          </a:p>
          <a:p>
            <a:pPr>
              <a:spcAft>
                <a:spcPts val="1200"/>
              </a:spcAft>
              <a:defRPr sz="1400">
                <a:solidFill>
                  <a:srgbClr val="282F28"/>
                </a:solidFill>
                <a:latin typeface="Aptos"/>
              </a:defRPr>
            </a:pPr>
            <a:r>
              <a:rPr lang="en-US" sz="2400" dirty="0"/>
              <a:t>Submit pickup or delivery orders and receive an order number.</a:t>
            </a:r>
          </a:p>
          <a:p>
            <a:pPr>
              <a:spcAft>
                <a:spcPts val="1200"/>
              </a:spcAft>
              <a:defRPr sz="1400">
                <a:solidFill>
                  <a:srgbClr val="282F28"/>
                </a:solidFill>
                <a:latin typeface="Aptos"/>
              </a:defRPr>
            </a:pPr>
            <a:r>
              <a:rPr lang="en-US" sz="2400" dirty="0"/>
              <a:t> Admin can add, edit, and delete menu items and update order statuses.</a:t>
            </a:r>
          </a:p>
          <a:p>
            <a:pPr>
              <a:spcAft>
                <a:spcPts val="1200"/>
              </a:spcAft>
              <a:defRPr sz="1400">
                <a:solidFill>
                  <a:srgbClr val="282F28"/>
                </a:solidFill>
                <a:latin typeface="Aptos"/>
              </a:defRPr>
            </a:pPr>
            <a:r>
              <a:rPr lang="en-US" sz="2400" dirty="0"/>
              <a:t> Dashboard statistics summarize products, orders, pending orders, and revenue.</a:t>
            </a:r>
          </a:p>
        </p:txBody>
      </p:sp>
    </p:spTree>
    <p:extLst>
      <p:ext uri="{BB962C8B-B14F-4D97-AF65-F5344CB8AC3E}">
        <p14:creationId xmlns:p14="http://schemas.microsoft.com/office/powerpoint/2010/main" val="2051030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975</TotalTime>
  <Words>402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Calibri</vt:lpstr>
      <vt:lpstr>Times New Roman</vt:lpstr>
      <vt:lpstr>Verdana</vt:lpstr>
      <vt:lpstr>Wingdings</vt:lpstr>
      <vt:lpstr>Profile</vt:lpstr>
      <vt:lpstr>PowerPoint Presentation</vt:lpstr>
      <vt:lpstr>PROBLEM STATEMENT / OBJECTIVE</vt:lpstr>
      <vt:lpstr>TOOLS, TECHNOLOGIES AND IMPLEMENTATION</vt:lpstr>
      <vt:lpstr>Implementation</vt:lpstr>
      <vt:lpstr>Implementation</vt:lpstr>
      <vt:lpstr>Project Screenshots</vt:lpstr>
      <vt:lpstr>Project Screenshots</vt:lpstr>
      <vt:lpstr>Project Screenshots:</vt:lpstr>
      <vt:lpstr>Project Screenshots</vt:lpstr>
      <vt:lpstr>OUTCOME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Rupmala R</dc:creator>
  <cp:lastModifiedBy>Mahalaxmi VPK</cp:lastModifiedBy>
  <cp:revision>43</cp:revision>
  <dcterms:created xsi:type="dcterms:W3CDTF">2023-08-03T04:32:32Z</dcterms:created>
  <dcterms:modified xsi:type="dcterms:W3CDTF">2026-10-21T06:12:36Z</dcterms:modified>
</cp:coreProperties>
</file>